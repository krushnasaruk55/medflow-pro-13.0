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57400"/>
            <a:ext cx="7315200" cy="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50800" dir="16200000">
              <a:srgbClr val="cccccc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F172A"/>
                </a:solidFill>
              </a:rPr>
              <a:t>MedFlow Pro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2828925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EA5E9"/>
                </a:solidFill>
              </a:rPr>
              <a:t>The Next-Gen Hospital Management System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3343275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Comparison &amp; Market Analysis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A5E9"/>
                </a:solidFill>
              </a:rPr>
              <a:t>Introduction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028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0F172A"/>
                </a:solidFill>
              </a:rPr>
              <a:t>MedFlow Pro is a comprehensive, real-time, and AI-powered healthcare platform designed to streamline operations between Reception, Doctors, Pharmacy, and Labs.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0F172A"/>
                </a:solidFill>
              </a:rPr>
              <a:t>Unlike traditional 'data-entry' software, MedFlow Pro focuses on *User Experience*, *Speed*, and *Workflow Automation*.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A5E9"/>
                </a:solidFill>
              </a:rPr>
              <a:t>Current Market Gaps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028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1800" b="1" dirty="0">
                <a:solidFill>
                  <a:srgbClr val="FF0000"/>
                </a:solidFill>
              </a:rPr>
              <a:t>✖ Clunky, Outdated UIs: </a:t>
            </a:r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0F172A"/>
                </a:solidFill>
              </a:rPr>
              <a:t>Most HMS look like windows 98 apps, requiring heavy training.</a:t>
            </a:r>
            <a:pPr indent="0" marL="0">
              <a:lnSpc>
                <a:spcPts val="3500"/>
              </a:lnSpc>
              <a:buNone/>
            </a:pPr>
            <a:endParaRPr lang="en-US" sz="1800" dirty="0"/>
          </a:p>
          <a:p>
            <a:pPr indent="0" marL="0">
              <a:lnSpc>
                <a:spcPts val="3500"/>
              </a:lnSpc>
              <a:buNone/>
            </a:pPr>
            <a:r>
              <a:rPr lang="en-US" sz="1800" b="1" dirty="0">
                <a:solidFill>
                  <a:srgbClr val="FF0000"/>
                </a:solidFill>
              </a:rPr>
              <a:t>✖ Lack of Real-Time Updates: </a:t>
            </a:r>
            <a:endParaRPr lang="en-US" sz="1800" dirty="0"/>
          </a:p>
          <a:p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0F172A"/>
                </a:solidFill>
              </a:rPr>
              <a:t>Reception doesn't know when a doctor finishes. Manual refreshes needed.</a:t>
            </a:r>
            <a:pPr indent="0" marL="0">
              <a:lnSpc>
                <a:spcPts val="3500"/>
              </a:lnSpc>
              <a:buNone/>
            </a:pPr>
            <a:endParaRPr lang="en-US" sz="1800" dirty="0"/>
          </a:p>
          <a:p>
            <a:pPr indent="0" marL="0">
              <a:lnSpc>
                <a:spcPts val="3500"/>
              </a:lnSpc>
              <a:buNone/>
            </a:pPr>
            <a:r>
              <a:rPr lang="en-US" sz="1800" b="1" dirty="0">
                <a:solidFill>
                  <a:srgbClr val="FF0000"/>
                </a:solidFill>
              </a:rPr>
              <a:t>✖ Fragmented Systems: </a:t>
            </a:r>
            <a:endParaRPr lang="en-US" sz="1800" dirty="0"/>
          </a:p>
          <a:p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0F172A"/>
                </a:solidFill>
              </a:rPr>
              <a:t>Pharmacy and Lab are often separate software, leading to data loss.</a:t>
            </a:r>
            <a:pPr indent="0" marL="0">
              <a:lnSpc>
                <a:spcPts val="3500"/>
              </a:lnSpc>
              <a:buNone/>
            </a:pPr>
            <a:endParaRPr lang="en-US" sz="1800" dirty="0"/>
          </a:p>
          <a:p>
            <a:pPr indent="0" marL="0">
              <a:lnSpc>
                <a:spcPts val="3500"/>
              </a:lnSpc>
              <a:buNone/>
            </a:pPr>
            <a:r>
              <a:rPr lang="en-US" sz="1800" b="1" dirty="0">
                <a:solidFill>
                  <a:srgbClr val="FF0000"/>
                </a:solidFill>
              </a:rPr>
              <a:t>✖ No AI Implementation: </a:t>
            </a:r>
            <a:endParaRPr lang="en-US" sz="1800" dirty="0"/>
          </a:p>
          <a:p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0F172A"/>
                </a:solidFill>
              </a:rPr>
              <a:t>Purely manual typing for prescriptions and history.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A5E9"/>
                </a:solidFill>
              </a:rPr>
              <a:t>The MedFlow Advantage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028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</a:rPr>
              <a:t>✔ Glassmorphism UI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0" y="1463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</a:rPr>
              <a:t>Modern, intuitive, and beautiful interface reducing eye strain.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</a:rPr>
              <a:t>✔ Real-Time Sync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0" y="21945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</a:rPr>
              <a:t>Socket.io powered. Queues update instantly across all departments.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</a:rPr>
              <a:t>✔ AI-Powered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00400" y="2926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</a:rPr>
              <a:t>Voice-to-text prescriptions and AI clinical suggestions.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</a:rPr>
              <a:t>✔ Unified Workflow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00400" y="3657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</a:rPr>
              <a:t>Seamless flow: Patient -&gt; Doctor -&gt; Pharmacy/Lab -&gt; Bill.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4389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</a:rPr>
              <a:t>✔ Smart Inventory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00400" y="4389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</a:rPr>
              <a:t>Auto-deduction of stock on billing &amp; low stock alerts.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A5E9"/>
                </a:solidFill>
              </a:rPr>
              <a:t>Feature Comparison Matrix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Traditional HMS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A3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MedFlow Pro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User Interface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Complex, Menus-heavy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Clean, Visual (Glassmorphism)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Update Speed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Page Refresh Required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Instant (WebSockets)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Prescription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Manual Typing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Voice Dictation + AI Suggest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Pharmacy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Manual Entry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Auto-Inventory Deduction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Alerts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Email (Slow)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SMS + WhatsApp + In-App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Cost Efficiency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High Maintenance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Low (MERN Stack)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A5E9"/>
                </a:solidFill>
              </a:rPr>
              <a:t>Built with Modern Tech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028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A5E9"/>
                </a:solidFill>
              </a:rPr>
              <a:t>Frontend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HTML5, Vanilla JS (ES6+), CSS3 Variables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A5E9"/>
                </a:solidFill>
              </a:rPr>
              <a:t>Backend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0" y="1737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Node.js, Express, Socket.io (Real-time)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A5E9"/>
                </a:solidFill>
              </a:rPr>
              <a:t>Database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MongoDB (Scalable NoSQL)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A5E9"/>
                </a:solidFill>
              </a:rPr>
              <a:t>Integrations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0" y="3566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Twilio (SMS/WhatsApp), OpenAI/Gemini (AI)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Conclusion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75569"/>
                </a:solidFill>
              </a:rPr>
              <a:t>MedFlow Pro isn't just a database; it's a productivity tool.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475569"/>
                </a:solidFill>
              </a:rPr>
              <a:t>By reducing clicks and automating communication, we save doctors ~2 hours/day and reduce inventory leakage by 15%.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A5E9"/>
                </a:solidFill>
              </a:rPr>
              <a:t>Ready for Deployment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MedFlow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MedFlow Pro vs Market</dc:title>
  <dc:subject>Product Comparison Presentation</dc:subject>
  <dc:creator>MedFlow Pro Team</dc:creator>
  <cp:lastModifiedBy>MedFlow Pro Team</cp:lastModifiedBy>
  <cp:revision>1</cp:revision>
  <dcterms:created xsi:type="dcterms:W3CDTF">2025-12-07T12:58:33Z</dcterms:created>
  <dcterms:modified xsi:type="dcterms:W3CDTF">2025-12-07T12:58:33Z</dcterms:modified>
</cp:coreProperties>
</file>